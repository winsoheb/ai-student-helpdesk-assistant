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Student Helpdesk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Academic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Finding specific academic info in PDFs is tedious.</a:t>
            </a:r>
          </a:p>
          <a:p>
            <a:r>
              <a:t>Manual query processing is slow.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an offline NLP search engine.</a:t>
            </a:r>
          </a:p>
          <a:p>
            <a:r>
              <a:t>Centralize academic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Flask Backend API.</a:t>
            </a:r>
          </a:p>
          <a:p>
            <a:r>
              <a:t>Next.js React Frontend.</a:t>
            </a:r>
          </a:p>
          <a:p>
            <a:r>
              <a:t>SQLite Database.</a:t>
            </a:r>
          </a:p>
          <a:p>
            <a:r>
              <a:t>TF-IDF Extractive QA 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Chatbot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PDF Document Upload.</a:t>
            </a:r>
          </a:p>
          <a:p>
            <a:r>
              <a:t>Chunking by sentence/paragraph.</a:t>
            </a:r>
          </a:p>
          <a:p>
            <a:r>
              <a:t>TF-IDF Vectorization.</a:t>
            </a:r>
          </a:p>
          <a:p>
            <a:r>
              <a:t>Cosine Similarity extraction.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